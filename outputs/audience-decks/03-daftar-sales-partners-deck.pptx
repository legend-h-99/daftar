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" y="1124712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71016"/>
            <a:ext cx="2240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94767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3558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4747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9502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0690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5445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6634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513892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525780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566928"/>
            <a:ext cx="658368" cy="65836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5852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371600"/>
            <a:ext cx="37490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4200" b="1">
                <a:solidFill>
                  <a:srgbClr val="FFFFFF"/>
                </a:solidFill>
                <a:latin typeface="Tajawal"/>
              </a:rPr>
              <a:t>دفتر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423160"/>
            <a:ext cx="37947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800" b="1">
                <a:solidFill>
                  <a:srgbClr val="FFFFFF"/>
                </a:solidFill>
                <a:latin typeface="Tajawal"/>
              </a:rPr>
              <a:t>عرض مبيعات وشراكات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977639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D1FAE5"/>
                </a:solidFill>
                <a:latin typeface="Tajawal"/>
              </a:rPr>
              <a:t>لماذا يوصي الشريك بدفتر؟ لأنه يعطي قيمة فورية لصاحب العمل الصغير.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94360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0">
                <a:solidFill>
                  <a:srgbClr val="D1FAE5"/>
                </a:solidFill>
                <a:latin typeface="Tajawal"/>
              </a:rPr>
              <a:t>Partner / Sales 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لمن هذا العرض؟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شركاء توزيع، مجتمعات، مؤثرون، مزودو خدمات للأعمال الصغيرة.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100937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الشريك يريد منتجًا سهل الشرح وسهل الإحالة.</a:t>
            </a:r>
          </a:p>
        </p:txBody>
      </p:sp>
      <p:sp>
        <p:nvSpPr>
          <p:cNvPr id="12" name="Oval 11"/>
          <p:cNvSpPr/>
          <p:nvPr/>
        </p:nvSpPr>
        <p:spPr>
          <a:xfrm>
            <a:off x="11009376" y="20574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دفتر وعده بسيط: اعرف ربحك الحقيقي، وتابع مين ما دفع.</a:t>
            </a:r>
          </a:p>
        </p:txBody>
      </p:sp>
      <p:sp>
        <p:nvSpPr>
          <p:cNvPr id="14" name="Oval 13"/>
          <p:cNvSpPr/>
          <p:nvPr/>
        </p:nvSpPr>
        <p:spPr>
          <a:xfrm>
            <a:off x="11009376" y="258775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القيمة تظهر في أول استخدام: فاتورة أو مصروف أو وصفة منتج.</a:t>
            </a:r>
          </a:p>
        </p:txBody>
      </p:sp>
      <p:sp>
        <p:nvSpPr>
          <p:cNvPr id="16" name="Oval 15"/>
          <p:cNvSpPr/>
          <p:nvPr/>
        </p:nvSpPr>
        <p:spPr>
          <a:xfrm>
            <a:off x="11009376" y="311810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لا يحتاج الشريك شرح محاسبة أو تدريب طويل.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رسالة البيع الأساسية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استخدم رسالة واحدة، لا قائمة ميزات.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700" b="1">
                <a:solidFill>
                  <a:srgbClr val="0F7353"/>
                </a:solidFill>
                <a:latin typeface="Tajawal"/>
              </a:rPr>
              <a:t>“دفتر يساعد أصحاب الأعمال الصغيرة جدًا والفردية والمنزلية يعرفون ربحهم الحقيقي ويديرون حساباتهم اليومية بسهولة.”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57600"/>
            <a:ext cx="9875520" cy="10972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803904"/>
            <a:ext cx="9546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Hook للاستخدام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187952"/>
            <a:ext cx="9546336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“مين باقي ما دفع؟” أو “هل منتجك يربح فعلاً؟” هما أفضل مدخلين للمحادثة.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أكثر 3 آلام تبيع دفتر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ابدأ من الألم، ثم الميزة.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8366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ما أعرف ربحي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67712"/>
            <a:ext cx="300837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دفتر يجمع المبيعات والمصاريف والمشتريات ويعرض صافي الربح.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73736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88366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زبائن ما دفعوا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267712"/>
            <a:ext cx="300837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قائمة “لي عند” تظهر المتبقي والفواتير الجزئية.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3736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88366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ما أعرف تكلفة المنتج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267712"/>
            <a:ext cx="300837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الوصفة تحسب تكلفة المواد والتغليف والسعر المقترح.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Demo flow مقترح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أفضل عرض للمنتج لا يتجاوز 7 دقائق.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51460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1. أضف منتج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59152"/>
            <a:ext cx="2185416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أدخل وصفة بسيطة وتكلفة تغليف.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1828800"/>
            <a:ext cx="251460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2. أنشئ فاتورة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59152"/>
            <a:ext cx="2185416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اختر زبون، أضف المنتج، شارك PDF.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828800"/>
            <a:ext cx="251460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3. سجل الدفع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59152"/>
            <a:ext cx="2185416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حوّل الفاتورة إلى مدفوعة أو جزئية.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1828800"/>
            <a:ext cx="251460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4. افتح الرئيسية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359152"/>
            <a:ext cx="2185416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أظهر الربح و“لي عند الزباين”.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اعتراضات متوقعة والرد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جهّز الرد قبل المكالمة.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234440"/>
            <a:ext cx="3840480" cy="8229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380744"/>
            <a:ext cx="351129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عندي 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234440"/>
            <a:ext cx="63550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1380744"/>
            <a:ext cx="602589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ممتاز. دفتر يحول Excel إلى عادة يومية من الجوال بدون معادلات مكسورة.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31720"/>
            <a:ext cx="3840480" cy="8229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478024"/>
            <a:ext cx="351129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ما أحتاج محاسبة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331720"/>
            <a:ext cx="63550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2478024"/>
            <a:ext cx="602589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دفتر ليس للمحاسبين؛ هو لمعرفة الربح ومن لم يدفع.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29000"/>
            <a:ext cx="3840480" cy="8229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75304"/>
            <a:ext cx="351129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السعر مرتفع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29000"/>
            <a:ext cx="63550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3575304"/>
            <a:ext cx="602589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ابدأ مجانًا، وادفع فقط عندما ترى القيمة.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26279"/>
            <a:ext cx="3840480" cy="8229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72583"/>
            <a:ext cx="351129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هل هو معتمد ZATCA؟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4526279"/>
            <a:ext cx="63550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4672583"/>
            <a:ext cx="602589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لا ندعي اعتمادًا. دفتر للحسابات اليومية، ومسار الامتثال يأتي لاحقًا عبر تحقق/شريك.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شرائح الشركاء المناسبة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أين تكون الإحالة طبيعية؟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مجتمعات الأسر المنتجة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يحتاجون محتوى تسعير وربح وأدوات بسيطة.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مؤثرون تعليميون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محتوى “احسبي ربحك” يعطي قيمة حقيقية.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منصات بيع منزلية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دفتر يكمل البيع بسجل وفاتورة وربح.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مزودو POS/دفع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دفتر يضيف طبقة حسابات خفيفة للعميل.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قيمة الشريك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الشراكة ليست إعلانًا فقط.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1082649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محتوى تعليمي قابل للنشر: كيف أحسب تكلفة منتجي؟ كيف أعرف ربحي؟</a:t>
            </a:r>
          </a:p>
        </p:txBody>
      </p:sp>
      <p:sp>
        <p:nvSpPr>
          <p:cNvPr id="12" name="Oval 11"/>
          <p:cNvSpPr/>
          <p:nvPr/>
        </p:nvSpPr>
        <p:spPr>
          <a:xfrm>
            <a:off x="10826496" y="20574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إحالات سهلة عبر رابط أو كود شريك.</a:t>
            </a:r>
          </a:p>
        </p:txBody>
      </p:sp>
      <p:sp>
        <p:nvSpPr>
          <p:cNvPr id="14" name="Oval 13"/>
          <p:cNvSpPr/>
          <p:nvPr/>
        </p:nvSpPr>
        <p:spPr>
          <a:xfrm>
            <a:off x="10826496" y="258775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تحسين جودة عملاء الشريك لأنهم يصبحون أكثر تنظيمًا.</a:t>
            </a:r>
          </a:p>
        </p:txBody>
      </p:sp>
      <p:sp>
        <p:nvSpPr>
          <p:cNvPr id="16" name="Oval 15"/>
          <p:cNvSpPr/>
          <p:nvPr/>
        </p:nvSpPr>
        <p:spPr>
          <a:xfrm>
            <a:off x="10826496" y="311810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إمكانية عروض مشتركة أو ورش تدريبية للأعمال الصغيرة.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حزمة تسعير للمحادثة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بسّط الاختيار.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51460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مجاني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21992"/>
            <a:ext cx="218541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10 فواتير/شهر للتجربة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٠ 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1691640"/>
            <a:ext cx="251460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أساسي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221992"/>
            <a:ext cx="218541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للنشاط البسيط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٢٩ 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691640"/>
            <a:ext cx="251460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احترافي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221992"/>
            <a:ext cx="218541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للنشاط النامي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٤٩ 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691640"/>
            <a:ext cx="251460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شريك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2221992"/>
            <a:ext cx="218541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أكواد إحالة أو رخص مجمعة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حسب الاتفاق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مواد البيع المقترحة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ما نحتاجه لكل قناة.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رسالة واحدة + demo GIF + تسعير.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WhatsApp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رسالة تعريف قصيرة + رابط تجربة.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ورشة 30 دقيقة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التكلفة، التسعير، الربح، ثم دفتر.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قبل/بعد: ورقة وقلم إلى ربح شهري واضح.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KPIs لقناة الشريك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نقيس جودة الإحالة لا عدد الزيارات فقط.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Visits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زيارات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من رابط الشريك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Signups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تسجيلات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OTP مكتمل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Activation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أول فاتورة/مصروف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أهم من التسجيل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D7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عودة أسبوعية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جودة الشريحة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Paid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تحويل مدفوع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بعد إثبات القيمة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CTA للشريك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ابدأ بإحالة صغيرة قابلة للقياس.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500" b="1">
                <a:solidFill>
                  <a:srgbClr val="0F7353"/>
                </a:solidFill>
                <a:latin typeface="Tajawal"/>
              </a:rPr>
              <a:t>نقترح تجربة شريك لمدة 30 يومًا: محتوى تعليمي واحد، رابط إحالة، وقياس التسجيلات والتفعيل والعودة الأسبوعية.</a:t>
            </a:r>
          </a:p>
        </p:txBody>
      </p:sp>
      <p:sp>
        <p:nvSpPr>
          <p:cNvPr id="11" name="Oval 10"/>
          <p:cNvSpPr/>
          <p:nvPr/>
        </p:nvSpPr>
        <p:spPr>
          <a:xfrm>
            <a:off x="10735055" y="32644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لا نطلب التزامًا طويلًا قبل ظهور أرقام.</a:t>
            </a:r>
          </a:p>
        </p:txBody>
      </p:sp>
      <p:sp>
        <p:nvSpPr>
          <p:cNvPr id="13" name="Oval 12"/>
          <p:cNvSpPr/>
          <p:nvPr/>
        </p:nvSpPr>
        <p:spPr>
          <a:xfrm>
            <a:off x="10735055" y="376732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نقدم نصوص جاهزة ومواد تعليمية.</a:t>
            </a:r>
          </a:p>
        </p:txBody>
      </p:sp>
      <p:sp>
        <p:nvSpPr>
          <p:cNvPr id="15" name="Oval 14"/>
          <p:cNvSpPr/>
          <p:nvPr/>
        </p:nvSpPr>
        <p:spPr>
          <a:xfrm>
            <a:off x="10735055" y="42702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نراجع النتائج ونقرر: توسع، تعديل الرسالة، أو تغيير الشريحة.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