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965960" cy="310896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Consulting storytelling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like McKinsey, BCG, and Bain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 practical deck on SCR/SCQA, dot-dash writing, and slide skeletons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46136" y="1618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46136" y="2075688"/>
            <a:ext cx="2761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 good consulting deck is not a collection of slides. It is a chain of answers that makes the recommendation feel inevitable.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Training deck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Start with the answer, then earn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reader should understand the recommendation before studying the analysis.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235915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3957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Typical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852928"/>
            <a:ext cx="2624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Context first, analysis second, answer near the end. Useful for exploration, slow for executives.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3984" y="210312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31736" y="235915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3957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Consulting storyline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852928"/>
            <a:ext cx="2624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Answer first, then supporting logic, then evidence. Built for decision-making.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235915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0496" y="23957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Slide skeleton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0496" y="2852928"/>
            <a:ext cx="2624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Each slide proves one step in the logic using an action title and structured 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3154680"/>
            <a:ext cx="36576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154680"/>
            <a:ext cx="36576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 SCR when the story is a change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Situation, Complication, Resolution gives the audience a reason to move.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670048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What is true today?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Set shared context without arguing.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91456" y="2670048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What changed or broke?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Introduce tension that requires 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44784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13648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13648" y="2670048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What should we do?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State the answer as a decision.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2971800"/>
            <a:ext cx="36576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54112" y="2971800"/>
            <a:ext cx="384048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58368" y="4709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8408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04488" y="47365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Current growth is strong, but concentrated in two channels.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8368" y="5367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" y="5367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Complication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04488" y="5394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CAC rose 38%, making the old channel mix uneconomic.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58368" y="6025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8408" y="6025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04488" y="6053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Shift spend to partner-led acquisition and pause low-LTV search campaigns.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 SCQA when the audience needs a sharper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Situation, Complication, Question, Answer turns ambiguity into a decision frame.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226771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304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761488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business has launched successfully.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20116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226771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22776" y="2304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22776" y="2761488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Growth is slowing despite higher spend.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65392" y="20116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226771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76288" y="2304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76288" y="2761488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Where should leadership focus next?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09760" y="20116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91672" y="226771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20656" y="2304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Answer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20656" y="2761488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Prioritize retention before more acquisition.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2971800"/>
            <a:ext cx="347472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53328" y="2971800"/>
            <a:ext cx="347472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97696" y="2971800"/>
            <a:ext cx="347472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" y="459028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88289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" y="5340096"/>
            <a:ext cx="10259568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If the answer is obvious once the complication is clear, use SCR. If the complication creates several possible choices, use SCQA.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Write the storyline as dot-dash before making slides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Dots are governing thoughts; dashes are the evidence each thought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04488" y="2084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Launch the pilot in one city before scaling nationally.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2715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04488" y="2743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The target segment has urgent pain, but onboarding risk is high.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58368" y="33741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3374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Why this route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04488" y="34015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A city pilot validates adoption, support load, and unit economics quickly.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58368" y="40325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8408" y="4032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What to do next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04488" y="405993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Select users, define measures, and decide scale criteria before launch.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635240" y="1993392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46136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46136" y="2743200"/>
            <a:ext cx="2852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Every dot should be a sentence you could say in a meeting. Every dash should explain why the dot is true.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Action titles turn slides into arguments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 slide title should say the conclusion, not the topic.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212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Topic title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670048"/>
            <a:ext cx="4407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Market overview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This tells the reader what the slide is about, but not what they should conclude.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5976" y="2212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Action title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65976" y="2670048"/>
            <a:ext cx="4407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market is large enough to support a focused premium entry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This tells the reader the claim the slide will prove.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074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727448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Rewrite 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" y="5184648"/>
            <a:ext cx="10122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If the title can sit in a table of contents and still tell the whole story, it is probably an action title.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Horizontal flow is the story across slides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sequence should read like a memo even before charts are added.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5786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Growth is slowing for structural reasons.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54096" y="3310128"/>
            <a:ext cx="27432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85616" y="25786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85616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Retention, not acquisition, is the bottleneck.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70448" y="3310128"/>
            <a:ext cx="27432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91072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4424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25786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Options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Three moves exist, but only one fits constraints.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3310128"/>
            <a:ext cx="27432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07424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0776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5786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Invest in retention now, then resume growth spend.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Vertical flow is the logic inside one slide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title makes the claim; the body proves it without making the reader hunt.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Retention is the binding constraint because churn absorbs most new acquisition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3355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Evidence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38130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Cohort retention drops below target by month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3355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Evidence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54296" y="38130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Payback period extends beyond 14 months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30632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37576" y="3355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37576" y="38130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Fix retention before scaling spend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Build the slide skeleton before designing the slide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Skeletons reduce rework because logic and layout are decided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Action title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04488" y="19933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The conclusion the slide must prove.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2624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Exhibit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04488" y="2651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The chart, table, process, or comparison that carries the proof.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58368" y="32826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3282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Support notes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04488" y="33101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Definitions, assumptions, or caveats needed for trust.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58368" y="39410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8408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Implication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04488" y="39684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The so-what that connects this slide to the next one.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06640" y="187452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7536" y="216712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Skeleton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17536" y="2624328"/>
            <a:ext cx="3172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1. Title claim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2. Main visual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3. Three proof points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4. Footnote or 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5. Transition to next slide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 this 6-step workflow for any consulting deck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The workflow keeps thinking separate from formatting until the story is stable.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2258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Frame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7157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Define audience, decision, and constraints.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2584" y="2258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Choose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2584" y="27157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Pick SCR or SCQA.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258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Draft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27157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Write dot-dash storyline.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661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221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" y="3858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43159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Create horizontal slide flow.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61688" y="35661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8221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72584" y="3858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Skeleton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72584" y="43159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Draft action titles and exhibits.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5008" y="3566160"/>
            <a:ext cx="3200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38221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75904" y="3858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Build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75904" y="43159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Design slides only after logic holds.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2703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Final checklist: a strong storyline passes five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 this before sharing a draft with leadership.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Answer first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04488" y="19019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The recommendation is visible by slide 2.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2532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2532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One idea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04488" y="2560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Each slide proves only one governing thought.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58368" y="3191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Logical order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04488" y="32186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Each slide makes the next one feel necessary.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58368" y="38496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8408" y="3849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Specific titles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04488" y="38770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Titles are conclusions with verbs, numbers, or direction.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58368" y="4507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4507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Evidence fit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04488" y="45354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Every exhibit directly proves the action title.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543800" y="2240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54696" y="25328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Best final question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54696" y="2990088"/>
            <a:ext cx="2944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If a busy executive read only the titles, would they understand the full recommendation and why it is right?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Storylining · SCR/SCQA · Dot-dash · Slide skeleton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67567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Daftar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Storylining Like McKinsey, BCG, and Bain</dc:title>
  <dc:subject>Consulting storyline training</dc:subject>
  <dc:creator>Daftar</dc:creator>
  <cp:lastModifiedBy>Daftar</cp:lastModifiedBy>
  <cp:revision>1</cp:revision>
  <dcterms:created xsi:type="dcterms:W3CDTF">2026-07-24T13:28:57Z</dcterms:created>
  <dcterms:modified xsi:type="dcterms:W3CDTF">2026-07-24T13:28:57Z</dcterms:modified>
</cp:coreProperties>
</file>